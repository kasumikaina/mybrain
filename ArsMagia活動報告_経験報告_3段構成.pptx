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冒頭一言: 個人開発の経験報告として聞いてほしい。所要10分目安。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3領域に整理した理由を一言: 経営判断・実務・事務と性質が違うので分けた。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ここはサラッと。1分以内。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各項目1〜2行コメントで肉付け。1分半目安。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AIコーディングとSNS広告は具体ツール・運用聞かれたら肉付けして答える。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freeeの件は社内プロジェクトとリンクするので必要なら掘る。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ここでスタンス明示: 提案じゃなく素材提供。判断は上層へ。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質問受け付け。具体的なツール名・運用詳細はここで肉付けする。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630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ArsMagia 活動報告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個人開発・運営で経験した3領域の実例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971800"/>
            <a:ext cx="22860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297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2026.05.13   鳥越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本報告の趣旨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個人開発ゲーム「ArsMagia」の運営を通して経験した3領域の実例を共有します。社内業務への応用可能性は、皆さんの判断材料としてご参照ください。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269748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60604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7432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6060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経営的判断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31520" y="33832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リリース・スコープ・収益化など方針決定の判断軸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23260" y="2331720"/>
            <a:ext cx="269748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43300" y="260604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27432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20540" y="26060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実務的作業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497580" y="33832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AIコーディング・SNS広告・運用・障害対応の手を動かす領域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989320" y="2331720"/>
            <a:ext cx="269748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09360" y="260604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7432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86600" y="26060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事務的手続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263640" y="33832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利用規約・特商法・確定申告など書類・手続き領域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ArsMagiaとは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(本日のメインは次ページ以降。概要は最小限で)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8463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種別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20240" y="1463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個人開発ブラウザRPG (ポチゲー)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1920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2026年2月25日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48463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React + Firebase / Firestore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ドメイン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2834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arsmagia.com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48463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91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3291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公開後・運営継続中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749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副業申告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20240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社長まで報告済み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77840" y="1463040"/>
            <a:ext cx="3108960" cy="27432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位置づけ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760720" y="2011680"/>
            <a:ext cx="2743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20年構想を経た自作プロジェクト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個人事業として運営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経営・実務・事務すべてを1人で経験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次ページから①経営的判断・②実務的作業・③事務的手続の実例を順に共有します。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94360" cy="5943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経験報告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" y="594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経営的判断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1人プロジェクトで自分が下してきた、方針レベルの判断とその実例。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0690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73152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0136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リリース判断・スコープ確定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19456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20年構想のうち「探索ベースのRPG」を初版に切り出し、SNS的機能は次フェーズへ。完成度より公開到達を優先。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691640"/>
            <a:ext cx="40690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691640"/>
            <a:ext cx="73152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80136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収益化路線の判断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19456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公開後の運営状況を見て収益化方針を決定。無償公開からの段階移行で、ユーザー反応を確認しながら進めた。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40690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154680"/>
            <a:ext cx="73152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2644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継続・撤退の判断軸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65760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「自分が魔法の概念で何を表現したいか」を最終判断基準に置く。市場性より自分の表現軸を優先する選択。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3154680"/>
            <a:ext cx="40690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3154680"/>
            <a:ext cx="73152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2644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「やらない判断」の徹底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365760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機能要望のうち世界観に貢献しないものはバックログ凍結。1人運用の前提では取捨選択が成否を分ける。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5262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1人で全て決める前提なので、判断軸を言語化しておかないと毎回ブレる。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94360" cy="5943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経験報告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" y="594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実務的作業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手を動かす領域。AIによる実装・SNSでの広告・運用全般を1人でカバー。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0690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73152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0136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AIによるコーディング活用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19456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Claude等のAIコーディング支援を主力にして、1人開発を成立させた。設計・実装・レビューにAIを組み込む実体験。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691640"/>
            <a:ext cx="40690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691640"/>
            <a:ext cx="73152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80136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SNSへの広告・販促展開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19456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Twitter(X)を中心とした告知・コミュニティ醸成。ターゲット層への露出設計と継続発信を運用中。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40690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154680"/>
            <a:ext cx="73152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2644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ユーザー対応・サポート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65760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不具合報告窓口の整備、要望の優先順位付け、コミュニケーション設計。1人だからこそ即応性は強み。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3154680"/>
            <a:ext cx="40690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3154680"/>
            <a:ext cx="73152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2644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障害対応・運用継続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365760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Firebaseの料金監視、データバックアップ、夜間障害時の対応。継続運用に必要な裏方の作業を全て自前で。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5262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1人=AI主力体制の実例として。AI活用は道具の話というより「働き方そのものの再設計」だった。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94360" cy="5943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経験報告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" y="594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事務的手続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個人事業を運営する以上避けて通れない、書類・申告・規約まわりの実務。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0690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73152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0136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利用規約・プライバシーポリシー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19456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公開前に文面策定・公開。Firebaseでの個人情報取扱いを明示し、サービス変更に応じて更新する運用に。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691640"/>
            <a:ext cx="40690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691640"/>
            <a:ext cx="73152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80136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特定商取引法表示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19456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収益化に伴う表示義務の確認・対応。個人事業者として法令準拠の体裁を整える実務を経験。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40690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154680"/>
            <a:ext cx="73152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2644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確定申告・経費計上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65760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所得区分(雑所得/事業所得)の検討、サーバ代・ドメイン代・開発機材等の経費整理。開業届の提出も検討中。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3154680"/>
            <a:ext cx="40690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3154680"/>
            <a:ext cx="73152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2644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freee運用検討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365760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個人事業主としての記帳・申告ツールとして freee を検討中。社内freee連携プロジェクトとも接点。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5262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事務手続は「やってみるまで何が必要か分からない」領域。実体験として一通り経験中。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(参考) 社内業務との接続候補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どの経験がどの現行業務に接続しうるかの俯瞰。横展開の判断はお任せします。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経験領域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接続しうる社内業務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接続観点 (想定)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 経営的判断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基幹刷新 / AI推進 / HR評価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スコープ判断軸・段階リリース設計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 実務 (AI実装)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社内AI推進・基幹刷新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AIコーディングの実運用知見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 実務 (SNS広告)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販促・対外発信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SNS運用設計・ターゲット露出の実例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 実務 (運用)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社内システム運用全般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障害対応・継続運用の実体験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 事務的手続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freee連携 / 社内コンプラ整備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個人事業主視点での実体験フィードバック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接続するか・どの順で進めるかの判断は皆さんにお任せします。本報告は素材提供までを目的とします。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 &amp; 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どの経験領域から掘り下げますか?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22860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0040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経営的判断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実務的作業 (AIコーディング/SNS広告/運用)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事務的手続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ArsMagia活動報告</dc:title>
  <dc:subject>PptxGenJS Presentation</dc:subject>
  <dc:creator>鳥越 (Kaina)</dc:creator>
  <cp:lastModifiedBy>鳥越 (Kaina)</cp:lastModifiedBy>
  <cp:revision>1</cp:revision>
  <dcterms:created xsi:type="dcterms:W3CDTF">2026-05-13T00:17:03Z</dcterms:created>
  <dcterms:modified xsi:type="dcterms:W3CDTF">2026-05-13T00:17:03Z</dcterms:modified>
</cp:coreProperties>
</file>