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導入: 社長から頂いた11項目に答える形で構成。所要10分目安。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動機3本柱を順に。「魔法だけで組まれた世界観」は強調ワード。自己満足部分は率直に出してOK。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3要因の合流タイミング判断を強調。KPI不設定は率直に出していい。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運営仲間相談が一番効いた点を強調。外部リソース活用力として読み替え。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KPI後付け設計はHR評価・基幹刷新と直結する話。社長関心軸ど真ん中。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知識と能力は密接、視点違いで併置。3つともMarukin業務に直結する点を強調。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②は管理職人材としての評価素材。経営判断↔現場の連携への気づきを強調。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⑦⑧⑩を1枚に統合。表で還元先を俯瞰、下段で運営実態。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締めメッセージ。社員がやりたいことに向き合える環境が組織を強くする、という暗黙の提言。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質疑応答。特に学び②(判断と実務の連携)を掘り下げてもらえると、ヘビーユーザ vs 新規の具体例が出せる。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ArsMagia 活動報告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240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個人開発・運営の経験を11の観点で振り返る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880360"/>
            <a:ext cx="22860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297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2026.05.13   鳥越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ArsMagiaとは / なぜやろうと思ったのか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項目①: 動機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1148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種別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28800" y="12801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個人開発ブラウザRPG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6642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公開日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16642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2026年2月25日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48256"/>
            <a:ext cx="41148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482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204825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React + Firebase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4323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24323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公開後・運営継続中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16352"/>
            <a:ext cx="41148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1635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副業申告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0" y="281635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社長まで報告済み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1280160"/>
            <a:ext cx="3840480" cy="33832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動機の3本柱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9496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魔法観の体現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94960" y="2194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魔法を「科学と並ぶ独自の体系」として描きたい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94960" y="2788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市場の空白を埋める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94960" y="3108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「魔法だけで組まれた世界観」のゲームが存在しない / 「剣」すらも魔法で再解釈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94960" y="3703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ゲーム運営構想の実行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94960" y="4023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幼いころから「ゲームを運営してみたい」 / 作る側ではなく運営する側に立ちたかった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主軸は自己満足ベース。ただしプレイヤーに遊んでもらいたい気持ちも当然ある。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きっかけ / 当初の目標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項目②③: きっかけ・当初の目標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きっかけ - 3つの環境変化の合流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92024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00200"/>
            <a:ext cx="192024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小学生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FFAのCGIゲーム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(原体験)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600200"/>
            <a:ext cx="192024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1600200"/>
            <a:ext cx="192024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2024年1月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0" y="1920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「あるけみすと」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プレイで再燃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80560" y="1600200"/>
            <a:ext cx="192024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1600200"/>
            <a:ext cx="192024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2024年〜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1920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ポチゲーポータル登場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 AIコーディング成熟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92240" y="1600200"/>
            <a:ext cx="192024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1600200"/>
            <a:ext cx="192024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2026年2月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1920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ArsMagia公開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(運営継続中)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「環境観察 + タイミング判断」で着手。2024-2026は試行錯誤期間として技術成熟と並走。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当初の目標 - 段階構造で設定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429000"/>
            <a:ext cx="406908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429000"/>
            <a:ext cx="73152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520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【短期】 公開可能なレベルに仕上げる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38862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ブラウザベースの探索型RPG / 2026年2月公開時点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17720" y="3429000"/>
            <a:ext cx="406908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17720" y="3429000"/>
            <a:ext cx="73152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520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【長期】 「魔法世界のSNS」を実現する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00600" y="38862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探索系RPG × プレイヤー間コミュニティの融合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個人の趣味の範疇のため、数値的なKPIは設定していない (質的な達成基準で評価)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94360" cy="5943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障壁 → 対処 → 成果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" y="594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課金システム審査・広告審査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項目④: 実際の障壁→どう対処したか→成果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274320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0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障壁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274320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03120"/>
            <a:ext cx="2377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Stripe審査の要件が厳しく、分かりづらい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特商法表示・規約文面など、サイト整備要件が広範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広告審査(出稿内容 + コンテンツ)も同様の対応が必要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個人開発者は専門知識なしに対応を迫られる構造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600200"/>
            <a:ext cx="274320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600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対処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37560" y="2011680"/>
            <a:ext cx="274320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2103120"/>
            <a:ext cx="2377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Stripe公式窓口へのフォーム問い合わせ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最も影響大: ポチゲー運営仲間への相談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外部リソース(公式窓口・コミュニティ)を使い分け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一人で抱え込まず、適切な相談先を選定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600200"/>
            <a:ext cx="274320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600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0" y="2011680"/>
            <a:ext cx="274320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103120"/>
            <a:ext cx="2377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審査通過、安定運営継続中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個人開発者コミュニティの横のつながりが鍵だったと体感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「個人開発=孤立」のイメージを覆す解決経験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外部リソースを使い分ける判断力 = 社内でも「困った時の外部相談先」を持つことの重要性へ接続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94360" cy="5943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障壁 → 対処 → 成果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" y="594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ゲームの満足度・バランス調整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項目④: 実際の障壁→どう対処したか→成果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274320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0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障壁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274320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03120"/>
            <a:ext cx="2377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PvPがあるためスペル間の強弱バランス調整が継続課題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当初は判断軸が定まらず、プレイヤーFB依存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数値KPIを設定していなかったため精度が出にくい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600200"/>
            <a:ext cx="274320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600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対処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37560" y="2011680"/>
            <a:ext cx="274320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2103120"/>
            <a:ext cx="2377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「スペルの勝利への寄与度」など、運営中に必要なKPIを自分で設計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質的判断 → 定量的判断 への移行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FB + データの両輪で調整精度を上げる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600200"/>
            <a:ext cx="274320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600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0" y="2011680"/>
            <a:ext cx="274320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103120"/>
            <a:ext cx="2377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KPI導入後、調整の精度が向上(自己評価)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大きな変更は落ち着き、細やかな調整フェーズへ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安定運営継続中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走りながらKPIを設計する力 = 最初から完璧なKPIは作れない、運営して見えたところで設計するのがリアル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身に着けた力(知識 + 能力)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項目⑤⑨: 自分の能力FB / 身に着けた前提知識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6908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⑨ 身に着けた知識領域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06908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288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AIコーディング活用ノウハウ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21945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社内AI推進と直結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6517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KPI設計・データ分析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30175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HR評価・基幹刷新と直結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34747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SNS広告運用・販促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3840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現在の社内課題と一致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280160"/>
            <a:ext cx="406908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28016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発揮した能力(自己FB)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17720" y="1691640"/>
            <a:ext cx="406908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8288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AIとの対話能力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21945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AIを「働き方の前提」として活用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6517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走りながらKPI設計する力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0" y="30175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質的目標から運営中にKPIを発見・設計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34747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外部リソース活用力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20640" y="3840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コミュニティ・公式窓口・AIを使い分け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習得スタイル: 実践 × AI × コミュニティ ─ 走りながら身につける学習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ArsMagiaを通した学び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項目⑥: 学び (教訓・気づき)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777240" cy="7772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54480" y="1444752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AI活用は開発スタイル自体を変える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1847088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AIをツールとしてではなく「働き方の前提」として組み込む実体験。実作業時間より対話・思考時間が支配的になる。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54480" y="24414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C72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社内AI推進への直接示唆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822960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3154680"/>
            <a:ext cx="777240" cy="7772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154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554480" y="3136392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マネジメント判断と実務の連携の重要性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3538728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ユーザフォーカス起点での意思決定が実務の方向性を決める。例: チュートリアル整備(新規向け) vs エンドコンテンツ整備(ヘビーユーザ向け)。全員向けにやろうとすると何も刺さらない。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54480" y="413308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C72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「新規顧客 vs 既存ロイヤル顧客」のターゲティング、販促・接客・商品開発の「誰向け」起点意思決定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この2つが「でかい学び」 ─ 1人で経営判断から実務まで回した経験ならではの気づき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社内への還元 / 運営の実態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項目⑦⑧⑩: 知見の還元可能性 / 作業時間 / 相談相手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⑦ 社内に還元できそうな知見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38404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知見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還元先(社内)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活用シーン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AIコーディング活用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社内AI推進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AI活用の浸透フェーズ・OJT・1on1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KPI設計・データ分析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HR評価 / 基幹刷新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「成果への寄与度」測定の設計議論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SNS広告運用・販促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販促・対外発信(現課題)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SNS広告の運用設計・ターゲット露出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154680"/>
            <a:ext cx="406908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31546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⑧ 実際の作業時間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3520440"/>
            <a:ext cx="406908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611880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開発期(〜2025末): モチベ次第のムラあり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公開後: 平日 1〜2h / 休日メリハリ型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業務時間中の関与なし(昼休みは活用あり)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AI応答待ちの並行作業で実作業は想定より小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17720" y="3154680"/>
            <a:ext cx="406908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00600" y="31546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⑩ 困った時の相談相手 - 2層ネットワーク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17720" y="3520440"/>
            <a:ext cx="406908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00600" y="3611880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横(同業): ポチゲー運営コミュニティ</a:t>
            </a:r>
            <a:endParaRPr lang="en-US" sz="1000" dirty="0"/>
          </a:p>
          <a:p>
            <a:pPr lvl="1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運営Tips・課金審査の実務助言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縦(ユーザ): テストプレイ時代からの信頼ユーザ</a:t>
            </a:r>
            <a:endParaRPr lang="en-US" sz="1000" dirty="0"/>
          </a:p>
          <a:p>
            <a:pPr lvl="1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「あるけみすと」時代からの付き合い / プレイヤーFB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大切なことを一言でまとめると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項目⑪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1280160" y="1920240"/>
            <a:ext cx="7315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自分の本当にやりたいことに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向き合うことで、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自分の様々な力が鍛えられていく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0" y="35661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</a:t>
            </a:r>
            <a:endParaRPr lang="en-US" sz="9600" dirty="0"/>
          </a:p>
        </p:txBody>
      </p:sp>
      <p:sp>
        <p:nvSpPr>
          <p:cNvPr id="8" name="Shape 6"/>
          <p:cNvSpPr/>
          <p:nvPr/>
        </p:nvSpPr>
        <p:spPr>
          <a:xfrm>
            <a:off x="731520" y="4572000"/>
            <a:ext cx="22860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663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業務では他者駆動型でも、本当にやりたいことに向き合えば自己駆動で力を伸ばせる。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2801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 &amp; 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240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どの項目から掘り下げますか?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880360"/>
            <a:ext cx="22860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15468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動機・きっかけ・当初の目標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障壁・対処・成果(課金審査 / バランス調整)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身に着けた力・学び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社内還元の可能性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ArsMagia活動報告</dc:title>
  <dc:subject>PptxGenJS Presentation</dc:subject>
  <dc:creator>鳥越 (Kaina)</dc:creator>
  <cp:lastModifiedBy>鳥越 (Kaina)</cp:lastModifiedBy>
  <cp:revision>1</cp:revision>
  <dcterms:created xsi:type="dcterms:W3CDTF">2026-05-13T02:46:51Z</dcterms:created>
  <dcterms:modified xsi:type="dcterms:W3CDTF">2026-05-13T02:46:51Z</dcterms:modified>
</cp:coreProperties>
</file>